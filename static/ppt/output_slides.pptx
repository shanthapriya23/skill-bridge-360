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Key Takeaways -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3200" b="1">
                <a:solidFill>
                  <a:srgbClr val="323232"/>
                </a:solidFill>
              </a:rPr>
              <a:t>• </a:t>
            </a:r>
            <a:r>
              <a:rPr sz="3200">
                <a:solidFill>
                  <a:srgbClr val="323232"/>
                </a:solidFill>
                <a:latin typeface="Arial"/>
              </a:rPr>
              <a:t>The </a:t>
            </a:r>
            <a:r>
              <a:rPr sz="3200">
                <a:solidFill>
                  <a:srgbClr val="008000"/>
                </a:solidFill>
                <a:latin typeface="Arial"/>
              </a:rPr>
              <a:t>greenhouse </a:t>
            </a:r>
            <a:r>
              <a:rPr sz="3200">
                <a:solidFill>
                  <a:srgbClr val="008000"/>
                </a:solidFill>
                <a:latin typeface="Arial"/>
              </a:rPr>
              <a:t>effect </a:t>
            </a:r>
            <a:r>
              <a:rPr sz="3200">
                <a:solidFill>
                  <a:srgbClr val="008000"/>
                </a:solidFill>
                <a:latin typeface="Arial"/>
              </a:rPr>
              <a:t>keeps </a:t>
            </a:r>
            <a:r>
              <a:rPr sz="3200">
                <a:solidFill>
                  <a:srgbClr val="323232"/>
                </a:solidFill>
                <a:latin typeface="Arial"/>
              </a:rPr>
              <a:t>Earth </a:t>
            </a:r>
            <a:r>
              <a:rPr sz="3200">
                <a:solidFill>
                  <a:srgbClr val="323232"/>
                </a:solidFill>
                <a:latin typeface="Arial"/>
              </a:rPr>
              <a:t>warm </a:t>
            </a:r>
            <a:r>
              <a:rPr sz="3200">
                <a:solidFill>
                  <a:srgbClr val="323232"/>
                </a:solidFill>
                <a:latin typeface="Arial"/>
              </a:rPr>
              <a:t>even </a:t>
            </a:r>
            <a:r>
              <a:rPr sz="3200">
                <a:solidFill>
                  <a:srgbClr val="323232"/>
                </a:solidFill>
                <a:latin typeface="Arial"/>
              </a:rPr>
              <a:t>at </a:t>
            </a:r>
            <a:r>
              <a:rPr sz="3200">
                <a:solidFill>
                  <a:srgbClr val="323232"/>
                </a:solidFill>
                <a:latin typeface="Arial"/>
              </a:rPr>
              <a:t>night </a:t>
            </a:r>
            <a:r>
              <a:rPr sz="3200">
                <a:solidFill>
                  <a:srgbClr val="323232"/>
                </a:solidFill>
                <a:latin typeface="Arial"/>
              </a:rPr>
              <a:t>and </a:t>
            </a:r>
            <a:r>
              <a:rPr sz="3200">
                <a:solidFill>
                  <a:srgbClr val="323232"/>
                </a:solidFill>
                <a:latin typeface="Arial"/>
              </a:rPr>
              <a:t>in </a:t>
            </a:r>
            <a:r>
              <a:rPr sz="3200">
                <a:solidFill>
                  <a:srgbClr val="323232"/>
                </a:solidFill>
                <a:latin typeface="Arial"/>
              </a:rPr>
              <a:t>the </a:t>
            </a:r>
            <a:r>
              <a:rPr sz="3200">
                <a:solidFill>
                  <a:srgbClr val="323232"/>
                </a:solidFill>
                <a:latin typeface="Arial"/>
              </a:rPr>
              <a:t>winter </a:t>
            </a:r>
          </a:p>
          <a:p>
            <a:pPr>
              <a:spcAft>
                <a:spcPts val="1200"/>
              </a:spcAft>
            </a:pPr>
            <a:r>
              <a:rPr sz="3200" b="1">
                <a:solidFill>
                  <a:srgbClr val="323232"/>
                </a:solidFill>
              </a:rPr>
              <a:t>• </a:t>
            </a:r>
            <a:r>
              <a:rPr sz="3200">
                <a:solidFill>
                  <a:srgbClr val="323232"/>
                </a:solidFill>
                <a:latin typeface="Arial"/>
              </a:rPr>
              <a:t>A </a:t>
            </a:r>
            <a:r>
              <a:rPr sz="3200">
                <a:solidFill>
                  <a:srgbClr val="008000"/>
                </a:solidFill>
                <a:latin typeface="Arial"/>
              </a:rPr>
              <a:t>greenhouse </a:t>
            </a:r>
            <a:r>
              <a:rPr sz="3200">
                <a:solidFill>
                  <a:srgbClr val="323232"/>
                </a:solidFill>
                <a:latin typeface="Arial"/>
              </a:rPr>
              <a:t>is </a:t>
            </a:r>
            <a:r>
              <a:rPr sz="3200">
                <a:solidFill>
                  <a:srgbClr val="323232"/>
                </a:solidFill>
                <a:latin typeface="Arial"/>
              </a:rPr>
              <a:t>a </a:t>
            </a:r>
            <a:r>
              <a:rPr sz="3200">
                <a:solidFill>
                  <a:srgbClr val="008000"/>
                </a:solidFill>
                <a:latin typeface="Arial"/>
              </a:rPr>
              <a:t>building </a:t>
            </a:r>
            <a:r>
              <a:rPr sz="3200">
                <a:solidFill>
                  <a:srgbClr val="323232"/>
                </a:solidFill>
                <a:latin typeface="Arial"/>
              </a:rPr>
              <a:t>with </a:t>
            </a:r>
            <a:r>
              <a:rPr sz="3200">
                <a:solidFill>
                  <a:srgbClr val="008000"/>
                </a:solidFill>
                <a:latin typeface="Arial"/>
              </a:rPr>
              <a:t>glass </a:t>
            </a:r>
            <a:r>
              <a:rPr sz="3200">
                <a:solidFill>
                  <a:srgbClr val="323232"/>
                </a:solidFill>
                <a:latin typeface="Arial"/>
              </a:rPr>
              <a:t>walls </a:t>
            </a:r>
            <a:r>
              <a:rPr sz="3200">
                <a:solidFill>
                  <a:srgbClr val="323232"/>
                </a:solidFill>
                <a:latin typeface="Arial"/>
              </a:rPr>
              <a:t>and </a:t>
            </a:r>
            <a:r>
              <a:rPr sz="3200">
                <a:solidFill>
                  <a:srgbClr val="323232"/>
                </a:solidFill>
                <a:latin typeface="Arial"/>
              </a:rPr>
              <a:t>a </a:t>
            </a:r>
            <a:r>
              <a:rPr sz="3200">
                <a:solidFill>
                  <a:srgbClr val="008000"/>
                </a:solidFill>
                <a:latin typeface="Arial"/>
              </a:rPr>
              <a:t>glass </a:t>
            </a:r>
            <a:r>
              <a:rPr sz="3200">
                <a:solidFill>
                  <a:srgbClr val="323232"/>
                </a:solidFill>
                <a:latin typeface="Arial"/>
              </a:rPr>
              <a:t>roof </a:t>
            </a:r>
          </a:p>
          <a:p>
            <a:pPr>
              <a:spcAft>
                <a:spcPts val="1200"/>
              </a:spcAft>
            </a:pPr>
            <a:r>
              <a:rPr sz="3200" b="1">
                <a:solidFill>
                  <a:srgbClr val="323232"/>
                </a:solidFill>
              </a:rPr>
              <a:t>• </a:t>
            </a:r>
            <a:r>
              <a:rPr sz="3200">
                <a:solidFill>
                  <a:srgbClr val="323232"/>
                </a:solidFill>
                <a:latin typeface="Arial"/>
              </a:rPr>
              <a:t>The </a:t>
            </a:r>
            <a:r>
              <a:rPr sz="3200">
                <a:solidFill>
                  <a:srgbClr val="008000"/>
                </a:solidFill>
                <a:latin typeface="Arial"/>
              </a:rPr>
              <a:t>clear </a:t>
            </a:r>
            <a:r>
              <a:rPr sz="3200">
                <a:solidFill>
                  <a:srgbClr val="008000"/>
                </a:solidFill>
                <a:latin typeface="Arial"/>
              </a:rPr>
              <a:t>glass </a:t>
            </a:r>
            <a:r>
              <a:rPr sz="3200">
                <a:solidFill>
                  <a:srgbClr val="008000"/>
                </a:solidFill>
                <a:latin typeface="Arial"/>
              </a:rPr>
              <a:t>allows </a:t>
            </a:r>
            <a:r>
              <a:rPr sz="3200">
                <a:solidFill>
                  <a:srgbClr val="323232"/>
                </a:solidFill>
                <a:latin typeface="Arial"/>
              </a:rPr>
              <a:t>sunlight </a:t>
            </a:r>
            <a:r>
              <a:rPr sz="3200">
                <a:solidFill>
                  <a:srgbClr val="323232"/>
                </a:solidFill>
                <a:latin typeface="Arial"/>
              </a:rPr>
              <a:t>to </a:t>
            </a:r>
            <a:r>
              <a:rPr sz="3200">
                <a:solidFill>
                  <a:srgbClr val="323232"/>
                </a:solidFill>
                <a:latin typeface="Arial"/>
              </a:rPr>
              <a:t>shine </a:t>
            </a:r>
            <a:r>
              <a:rPr sz="3200">
                <a:solidFill>
                  <a:srgbClr val="323232"/>
                </a:solidFill>
                <a:latin typeface="Arial"/>
              </a:rPr>
              <a:t>into </a:t>
            </a:r>
            <a:r>
              <a:rPr sz="3200">
                <a:solidFill>
                  <a:srgbClr val="323232"/>
                </a:solidFill>
                <a:latin typeface="Arial"/>
              </a:rPr>
              <a:t>the </a:t>
            </a:r>
            <a:r>
              <a:rPr sz="3200">
                <a:solidFill>
                  <a:srgbClr val="323232"/>
                </a:solidFill>
                <a:latin typeface="Arial"/>
              </a:rPr>
              <a:t>greenhouse </a:t>
            </a:r>
            <a:r>
              <a:rPr sz="3200">
                <a:solidFill>
                  <a:srgbClr val="323232"/>
                </a:solidFill>
                <a:latin typeface="Arial"/>
              </a:rPr>
              <a:t>while </a:t>
            </a:r>
            <a:r>
              <a:rPr sz="3200">
                <a:solidFill>
                  <a:srgbClr val="323232"/>
                </a:solidFill>
                <a:latin typeface="Arial"/>
              </a:rPr>
              <a:t>also </a:t>
            </a:r>
            <a:r>
              <a:rPr sz="3200">
                <a:solidFill>
                  <a:srgbClr val="323232"/>
                </a:solidFill>
                <a:latin typeface="Arial"/>
              </a:rPr>
              <a:t>trapping </a:t>
            </a:r>
            <a:r>
              <a:rPr sz="3200">
                <a:solidFill>
                  <a:srgbClr val="323232"/>
                </a:solidFill>
                <a:latin typeface="Arial"/>
              </a:rPr>
              <a:t>the </a:t>
            </a:r>
            <a:r>
              <a:rPr sz="3200">
                <a:solidFill>
                  <a:srgbClr val="323232"/>
                </a:solidFill>
                <a:latin typeface="Arial"/>
              </a:rPr>
              <a:t>suns </a:t>
            </a:r>
            <a:r>
              <a:rPr sz="3200">
                <a:solidFill>
                  <a:srgbClr val="323232"/>
                </a:solidFill>
                <a:latin typeface="Arial"/>
              </a:rPr>
              <a:t>heat </a:t>
            </a:r>
            <a:r>
              <a:rPr sz="3200">
                <a:solidFill>
                  <a:srgbClr val="323232"/>
                </a:solidFill>
                <a:latin typeface="Arial"/>
              </a:rPr>
              <a:t>inside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Key Takeaways -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3200" b="1">
                <a:solidFill>
                  <a:srgbClr val="323232"/>
                </a:solidFill>
              </a:rPr>
              <a:t>• </a:t>
            </a:r>
            <a:r>
              <a:rPr sz="3200">
                <a:solidFill>
                  <a:srgbClr val="008000"/>
                </a:solidFill>
                <a:latin typeface="Arial"/>
              </a:rPr>
              <a:t>Earth </a:t>
            </a:r>
            <a:r>
              <a:rPr sz="3200">
                <a:solidFill>
                  <a:srgbClr val="323232"/>
                </a:solidFill>
                <a:latin typeface="Arial"/>
              </a:rPr>
              <a:t>isnt </a:t>
            </a:r>
            <a:r>
              <a:rPr sz="3200">
                <a:solidFill>
                  <a:srgbClr val="008000"/>
                </a:solidFill>
                <a:latin typeface="Arial"/>
              </a:rPr>
              <a:t>surrounded </a:t>
            </a:r>
            <a:r>
              <a:rPr sz="3200">
                <a:solidFill>
                  <a:srgbClr val="323232"/>
                </a:solidFill>
                <a:latin typeface="Arial"/>
              </a:rPr>
              <a:t>by </a:t>
            </a:r>
            <a:r>
              <a:rPr sz="3200">
                <a:solidFill>
                  <a:srgbClr val="008000"/>
                </a:solidFill>
                <a:latin typeface="Arial"/>
              </a:rPr>
              <a:t>glass </a:t>
            </a:r>
            <a:r>
              <a:rPr sz="3200">
                <a:solidFill>
                  <a:srgbClr val="323232"/>
                </a:solidFill>
                <a:latin typeface="Arial"/>
              </a:rPr>
              <a:t>but </a:t>
            </a:r>
            <a:r>
              <a:rPr sz="3200">
                <a:solidFill>
                  <a:srgbClr val="323232"/>
                </a:solidFill>
                <a:latin typeface="Arial"/>
              </a:rPr>
              <a:t>by </a:t>
            </a:r>
            <a:r>
              <a:rPr sz="3200">
                <a:solidFill>
                  <a:srgbClr val="323232"/>
                </a:solidFill>
                <a:latin typeface="Arial"/>
              </a:rPr>
              <a:t>a </a:t>
            </a:r>
            <a:r>
              <a:rPr sz="3200">
                <a:solidFill>
                  <a:srgbClr val="323232"/>
                </a:solidFill>
                <a:latin typeface="Arial"/>
              </a:rPr>
              <a:t>jacket </a:t>
            </a:r>
            <a:r>
              <a:rPr sz="3200">
                <a:solidFill>
                  <a:srgbClr val="323232"/>
                </a:solidFill>
                <a:latin typeface="Arial"/>
              </a:rPr>
              <a:t>of </a:t>
            </a:r>
            <a:r>
              <a:rPr sz="3200">
                <a:solidFill>
                  <a:srgbClr val="323232"/>
                </a:solidFill>
                <a:latin typeface="Arial"/>
              </a:rPr>
              <a:t>gas </a:t>
            </a:r>
            <a:r>
              <a:rPr sz="3200">
                <a:solidFill>
                  <a:srgbClr val="323232"/>
                </a:solidFill>
                <a:latin typeface="Arial"/>
              </a:rPr>
              <a:t>called </a:t>
            </a:r>
            <a:r>
              <a:rPr sz="3200">
                <a:solidFill>
                  <a:srgbClr val="323232"/>
                </a:solidFill>
                <a:latin typeface="Arial"/>
              </a:rPr>
              <a:t>the </a:t>
            </a:r>
            <a:r>
              <a:rPr sz="3200">
                <a:solidFill>
                  <a:srgbClr val="323232"/>
                </a:solidFill>
                <a:latin typeface="Arial"/>
              </a:rPr>
              <a:t>atmosphere </a:t>
            </a:r>
          </a:p>
          <a:p>
            <a:pPr>
              <a:spcAft>
                <a:spcPts val="1200"/>
              </a:spcAft>
            </a:pPr>
            <a:r>
              <a:rPr sz="3200" b="1">
                <a:solidFill>
                  <a:srgbClr val="323232"/>
                </a:solidFill>
              </a:rPr>
              <a:t>• </a:t>
            </a:r>
            <a:r>
              <a:rPr sz="3200">
                <a:solidFill>
                  <a:srgbClr val="008000"/>
                </a:solidFill>
                <a:latin typeface="Arial"/>
              </a:rPr>
              <a:t>Earth </a:t>
            </a:r>
            <a:r>
              <a:rPr sz="3200">
                <a:solidFill>
                  <a:srgbClr val="008000"/>
                </a:solidFill>
                <a:latin typeface="Arial"/>
              </a:rPr>
              <a:t>needs </a:t>
            </a:r>
            <a:r>
              <a:rPr sz="3200">
                <a:solidFill>
                  <a:srgbClr val="323232"/>
                </a:solidFill>
                <a:latin typeface="Arial"/>
              </a:rPr>
              <a:t>a </a:t>
            </a:r>
            <a:r>
              <a:rPr sz="3200">
                <a:solidFill>
                  <a:srgbClr val="008000"/>
                </a:solidFill>
                <a:latin typeface="Arial"/>
              </a:rPr>
              <a:t>balance </a:t>
            </a:r>
            <a:r>
              <a:rPr sz="3200">
                <a:solidFill>
                  <a:srgbClr val="323232"/>
                </a:solidFill>
                <a:latin typeface="Arial"/>
              </a:rPr>
              <a:t>of </a:t>
            </a:r>
            <a:r>
              <a:rPr sz="3200">
                <a:solidFill>
                  <a:srgbClr val="323232"/>
                </a:solidFill>
                <a:latin typeface="Arial"/>
              </a:rPr>
              <a:t>greenhouse </a:t>
            </a:r>
            <a:r>
              <a:rPr sz="3200">
                <a:solidFill>
                  <a:srgbClr val="323232"/>
                </a:solidFill>
                <a:latin typeface="Arial"/>
              </a:rPr>
              <a:t>gases </a:t>
            </a:r>
            <a:r>
              <a:rPr sz="3200">
                <a:solidFill>
                  <a:srgbClr val="323232"/>
                </a:solidFill>
                <a:latin typeface="Arial"/>
              </a:rPr>
              <a:t>to </a:t>
            </a:r>
            <a:r>
              <a:rPr sz="3200">
                <a:solidFill>
                  <a:srgbClr val="323232"/>
                </a:solidFill>
                <a:latin typeface="Arial"/>
              </a:rPr>
              <a:t>maintain </a:t>
            </a:r>
            <a:r>
              <a:rPr sz="3200">
                <a:solidFill>
                  <a:srgbClr val="323232"/>
                </a:solidFill>
                <a:latin typeface="Arial"/>
              </a:rPr>
              <a:t>just </a:t>
            </a:r>
            <a:r>
              <a:rPr sz="3200">
                <a:solidFill>
                  <a:srgbClr val="323232"/>
                </a:solidFill>
                <a:latin typeface="Arial"/>
              </a:rPr>
              <a:t>the </a:t>
            </a:r>
            <a:r>
              <a:rPr sz="3200">
                <a:solidFill>
                  <a:srgbClr val="323232"/>
                </a:solidFill>
                <a:latin typeface="Arial"/>
              </a:rPr>
              <a:t>right </a:t>
            </a:r>
            <a:r>
              <a:rPr sz="3200">
                <a:solidFill>
                  <a:srgbClr val="323232"/>
                </a:solidFill>
                <a:latin typeface="Arial"/>
              </a:rPr>
              <a:t>temperature </a:t>
            </a:r>
            <a:r>
              <a:rPr sz="3200">
                <a:solidFill>
                  <a:srgbClr val="323232"/>
                </a:solidFill>
                <a:latin typeface="Arial"/>
              </a:rPr>
              <a:t>for </a:t>
            </a:r>
            <a:r>
              <a:rPr sz="3200">
                <a:solidFill>
                  <a:srgbClr val="323232"/>
                </a:solidFill>
                <a:latin typeface="Arial"/>
              </a:rPr>
              <a:t>living </a:t>
            </a:r>
            <a:r>
              <a:rPr sz="3200">
                <a:solidFill>
                  <a:srgbClr val="323232"/>
                </a:solidFill>
                <a:latin typeface="Arial"/>
              </a:rPr>
              <a:t>things </a:t>
            </a:r>
          </a:p>
          <a:p>
            <a:pPr>
              <a:spcAft>
                <a:spcPts val="1200"/>
              </a:spcAft>
            </a:pPr>
            <a:r>
              <a:rPr sz="3200" b="1">
                <a:solidFill>
                  <a:srgbClr val="323232"/>
                </a:solidFill>
              </a:rPr>
              <a:t>• </a:t>
            </a:r>
            <a:r>
              <a:rPr sz="3200">
                <a:solidFill>
                  <a:srgbClr val="323232"/>
                </a:solidFill>
                <a:latin typeface="Arial"/>
              </a:rPr>
              <a:t>Some </a:t>
            </a:r>
            <a:r>
              <a:rPr sz="3200">
                <a:solidFill>
                  <a:srgbClr val="008000"/>
                </a:solidFill>
                <a:latin typeface="Arial"/>
              </a:rPr>
              <a:t>human </a:t>
            </a:r>
            <a:r>
              <a:rPr sz="3200">
                <a:solidFill>
                  <a:srgbClr val="008000"/>
                </a:solidFill>
                <a:latin typeface="Arial"/>
              </a:rPr>
              <a:t>activities </a:t>
            </a:r>
            <a:r>
              <a:rPr sz="3200">
                <a:solidFill>
                  <a:srgbClr val="323232"/>
                </a:solidFill>
                <a:latin typeface="Arial"/>
              </a:rPr>
              <a:t>are </a:t>
            </a:r>
            <a:r>
              <a:rPr sz="3200">
                <a:solidFill>
                  <a:srgbClr val="008000"/>
                </a:solidFill>
                <a:latin typeface="Arial"/>
              </a:rPr>
              <a:t>changing </a:t>
            </a:r>
            <a:r>
              <a:rPr sz="3200">
                <a:solidFill>
                  <a:srgbClr val="323232"/>
                </a:solidFill>
                <a:latin typeface="Arial"/>
              </a:rPr>
              <a:t>Earths </a:t>
            </a:r>
            <a:r>
              <a:rPr sz="3200">
                <a:solidFill>
                  <a:srgbClr val="323232"/>
                </a:solidFill>
                <a:latin typeface="Arial"/>
              </a:rPr>
              <a:t>natural </a:t>
            </a:r>
            <a:r>
              <a:rPr sz="3200">
                <a:solidFill>
                  <a:srgbClr val="323232"/>
                </a:solidFill>
                <a:latin typeface="Arial"/>
              </a:rPr>
              <a:t>greenhouse </a:t>
            </a:r>
            <a:r>
              <a:rPr sz="3200">
                <a:solidFill>
                  <a:srgbClr val="323232"/>
                </a:solidFill>
                <a:latin typeface="Arial"/>
              </a:rPr>
              <a:t>effect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66CC"/>
                </a:solidFill>
              </a:defRPr>
            </a:pPr>
            <a:r>
              <a:t>Key Takeaways -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</a:pPr>
            <a:r>
              <a:rPr sz="3200" b="1">
                <a:solidFill>
                  <a:srgbClr val="323232"/>
                </a:solidFill>
              </a:rPr>
              <a:t>• </a:t>
            </a:r>
            <a:r>
              <a:rPr sz="3200">
                <a:solidFill>
                  <a:srgbClr val="008000"/>
                </a:solidFill>
                <a:latin typeface="Arial"/>
              </a:rPr>
              <a:t>Burning </a:t>
            </a:r>
            <a:r>
              <a:rPr sz="3200">
                <a:solidFill>
                  <a:srgbClr val="008000"/>
                </a:solidFill>
                <a:latin typeface="Arial"/>
              </a:rPr>
              <a:t>fossil </a:t>
            </a:r>
            <a:r>
              <a:rPr sz="3200">
                <a:solidFill>
                  <a:srgbClr val="008000"/>
                </a:solidFill>
                <a:latin typeface="Arial"/>
              </a:rPr>
              <a:t>fuels </a:t>
            </a:r>
            <a:r>
              <a:rPr sz="3200">
                <a:solidFill>
                  <a:srgbClr val="323232"/>
                </a:solidFill>
                <a:latin typeface="Arial"/>
              </a:rPr>
              <a:t>like </a:t>
            </a:r>
            <a:r>
              <a:rPr sz="3200">
                <a:solidFill>
                  <a:srgbClr val="323232"/>
                </a:solidFill>
                <a:latin typeface="Arial"/>
              </a:rPr>
              <a:t>coal </a:t>
            </a:r>
            <a:r>
              <a:rPr sz="3200">
                <a:solidFill>
                  <a:srgbClr val="323232"/>
                </a:solidFill>
                <a:latin typeface="Arial"/>
              </a:rPr>
              <a:t>and </a:t>
            </a:r>
            <a:r>
              <a:rPr sz="3200">
                <a:solidFill>
                  <a:srgbClr val="323232"/>
                </a:solidFill>
                <a:latin typeface="Arial"/>
              </a:rPr>
              <a:t>oil </a:t>
            </a:r>
            <a:r>
              <a:rPr sz="3200">
                <a:solidFill>
                  <a:srgbClr val="323232"/>
                </a:solidFill>
                <a:latin typeface="Arial"/>
              </a:rPr>
              <a:t>releases </a:t>
            </a:r>
            <a:r>
              <a:rPr sz="3200">
                <a:solidFill>
                  <a:srgbClr val="323232"/>
                </a:solidFill>
                <a:latin typeface="Arial"/>
              </a:rPr>
              <a:t>more </a:t>
            </a:r>
            <a:r>
              <a:rPr sz="3200">
                <a:solidFill>
                  <a:srgbClr val="323232"/>
                </a:solidFill>
                <a:latin typeface="Arial"/>
              </a:rPr>
              <a:t>carbon </a:t>
            </a:r>
            <a:r>
              <a:rPr sz="3200">
                <a:solidFill>
                  <a:srgbClr val="323232"/>
                </a:solidFill>
                <a:latin typeface="Arial"/>
              </a:rPr>
              <a:t>dioxide </a:t>
            </a:r>
            <a:r>
              <a:rPr sz="3200">
                <a:solidFill>
                  <a:srgbClr val="323232"/>
                </a:solidFill>
                <a:latin typeface="Arial"/>
              </a:rPr>
              <a:t>into </a:t>
            </a:r>
            <a:r>
              <a:rPr sz="3200">
                <a:solidFill>
                  <a:srgbClr val="323232"/>
                </a:solidFill>
                <a:latin typeface="Arial"/>
              </a:rPr>
              <a:t>our </a:t>
            </a:r>
            <a:r>
              <a:rPr sz="3200">
                <a:solidFill>
                  <a:srgbClr val="323232"/>
                </a:solidFill>
                <a:latin typeface="Arial"/>
              </a:rPr>
              <a:t>atmosphere </a:t>
            </a:r>
          </a:p>
          <a:p>
            <a:pPr>
              <a:spcAft>
                <a:spcPts val="1200"/>
              </a:spcAft>
            </a:pPr>
            <a:r>
              <a:rPr sz="3200" b="1">
                <a:solidFill>
                  <a:srgbClr val="323232"/>
                </a:solidFill>
              </a:rPr>
              <a:t>• </a:t>
            </a:r>
            <a:r>
              <a:rPr sz="3200">
                <a:solidFill>
                  <a:srgbClr val="008000"/>
                </a:solidFill>
                <a:latin typeface="Arial"/>
              </a:rPr>
              <a:t>These </a:t>
            </a:r>
            <a:r>
              <a:rPr sz="3200">
                <a:solidFill>
                  <a:srgbClr val="008000"/>
                </a:solidFill>
                <a:latin typeface="Arial"/>
              </a:rPr>
              <a:t>extra </a:t>
            </a:r>
            <a:r>
              <a:rPr sz="3200">
                <a:solidFill>
                  <a:srgbClr val="008000"/>
                </a:solidFill>
                <a:latin typeface="Arial"/>
              </a:rPr>
              <a:t>greenhouse </a:t>
            </a:r>
            <a:r>
              <a:rPr sz="3200">
                <a:solidFill>
                  <a:srgbClr val="323232"/>
                </a:solidFill>
                <a:latin typeface="Arial"/>
              </a:rPr>
              <a:t>gases </a:t>
            </a:r>
            <a:r>
              <a:rPr sz="3200">
                <a:solidFill>
                  <a:srgbClr val="323232"/>
                </a:solidFill>
                <a:latin typeface="Arial"/>
              </a:rPr>
              <a:t>can </a:t>
            </a:r>
            <a:r>
              <a:rPr sz="3200">
                <a:solidFill>
                  <a:srgbClr val="323232"/>
                </a:solidFill>
                <a:latin typeface="Arial"/>
              </a:rPr>
              <a:t>cause </a:t>
            </a:r>
            <a:r>
              <a:rPr sz="3200">
                <a:solidFill>
                  <a:srgbClr val="323232"/>
                </a:solidFill>
                <a:latin typeface="Arial"/>
              </a:rPr>
              <a:t>the </a:t>
            </a:r>
            <a:r>
              <a:rPr sz="3200">
                <a:solidFill>
                  <a:srgbClr val="323232"/>
                </a:solidFill>
                <a:latin typeface="Arial"/>
              </a:rPr>
              <a:t>atmosphere </a:t>
            </a:r>
            <a:r>
              <a:rPr sz="3200">
                <a:solidFill>
                  <a:srgbClr val="323232"/>
                </a:solidFill>
                <a:latin typeface="Arial"/>
              </a:rPr>
              <a:t>to </a:t>
            </a:r>
            <a:r>
              <a:rPr sz="3200">
                <a:solidFill>
                  <a:srgbClr val="323232"/>
                </a:solidFill>
                <a:latin typeface="Arial"/>
              </a:rPr>
              <a:t>trap </a:t>
            </a:r>
            <a:r>
              <a:rPr sz="3200">
                <a:solidFill>
                  <a:srgbClr val="323232"/>
                </a:solidFill>
                <a:latin typeface="Arial"/>
              </a:rPr>
              <a:t>more </a:t>
            </a:r>
            <a:r>
              <a:rPr sz="3200">
                <a:solidFill>
                  <a:srgbClr val="323232"/>
                </a:solidFill>
                <a:latin typeface="Arial"/>
              </a:rPr>
              <a:t>and </a:t>
            </a:r>
            <a:r>
              <a:rPr sz="3200">
                <a:solidFill>
                  <a:srgbClr val="323232"/>
                </a:solidFill>
                <a:latin typeface="Arial"/>
              </a:rPr>
              <a:t>more </a:t>
            </a:r>
            <a:r>
              <a:rPr sz="3200">
                <a:solidFill>
                  <a:srgbClr val="323232"/>
                </a:solidFill>
                <a:latin typeface="Arial"/>
              </a:rPr>
              <a:t>heat </a:t>
            </a:r>
            <a:r>
              <a:rPr sz="3200">
                <a:solidFill>
                  <a:srgbClr val="323232"/>
                </a:solidFill>
                <a:latin typeface="Arial"/>
              </a:rPr>
              <a:t>leading </a:t>
            </a:r>
            <a:r>
              <a:rPr sz="3200">
                <a:solidFill>
                  <a:srgbClr val="323232"/>
                </a:solidFill>
                <a:latin typeface="Arial"/>
              </a:rPr>
              <a:t>to </a:t>
            </a:r>
            <a:r>
              <a:rPr sz="3200">
                <a:solidFill>
                  <a:srgbClr val="323232"/>
                </a:solidFill>
                <a:latin typeface="Arial"/>
              </a:rPr>
              <a:t>a </a:t>
            </a:r>
            <a:r>
              <a:rPr sz="3200">
                <a:solidFill>
                  <a:srgbClr val="323232"/>
                </a:solidFill>
                <a:latin typeface="Arial"/>
              </a:rPr>
              <a:t>warmer </a:t>
            </a:r>
            <a:r>
              <a:rPr sz="3200">
                <a:solidFill>
                  <a:srgbClr val="323232"/>
                </a:solidFill>
                <a:latin typeface="Arial"/>
              </a:rPr>
              <a:t>Earth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